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875838" cy="1755616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4"/>
    <p:restoredTop sz="94620"/>
  </p:normalViewPr>
  <p:slideViewPr>
    <p:cSldViewPr snapToGrid="0" snapToObjects="1">
      <p:cViewPr varScale="1">
        <p:scale>
          <a:sx n="44" d="100"/>
          <a:sy n="44" d="100"/>
        </p:scale>
        <p:origin x="240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0688" y="2873197"/>
            <a:ext cx="8394462" cy="6112146"/>
          </a:xfrm>
        </p:spPr>
        <p:txBody>
          <a:bodyPr anchor="b"/>
          <a:lstStyle>
            <a:lvl1pPr algn="ctr">
              <a:defRPr sz="64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480" y="9221051"/>
            <a:ext cx="7406879" cy="4238674"/>
          </a:xfrm>
        </p:spPr>
        <p:txBody>
          <a:bodyPr/>
          <a:lstStyle>
            <a:lvl1pPr marL="0" indent="0" algn="ctr">
              <a:buNone/>
              <a:defRPr sz="2592"/>
            </a:lvl1pPr>
            <a:lvl2pPr marL="493776" indent="0" algn="ctr">
              <a:buNone/>
              <a:defRPr sz="2160"/>
            </a:lvl2pPr>
            <a:lvl3pPr marL="987552" indent="0" algn="ctr">
              <a:buNone/>
              <a:defRPr sz="1944"/>
            </a:lvl3pPr>
            <a:lvl4pPr marL="1481328" indent="0" algn="ctr">
              <a:buNone/>
              <a:defRPr sz="1728"/>
            </a:lvl4pPr>
            <a:lvl5pPr marL="1975104" indent="0" algn="ctr">
              <a:buNone/>
              <a:defRPr sz="1728"/>
            </a:lvl5pPr>
            <a:lvl6pPr marL="2468880" indent="0" algn="ctr">
              <a:buNone/>
              <a:defRPr sz="1728"/>
            </a:lvl6pPr>
            <a:lvl7pPr marL="2962656" indent="0" algn="ctr">
              <a:buNone/>
              <a:defRPr sz="1728"/>
            </a:lvl7pPr>
            <a:lvl8pPr marL="3456432" indent="0" algn="ctr">
              <a:buNone/>
              <a:defRPr sz="1728"/>
            </a:lvl8pPr>
            <a:lvl9pPr marL="3950208" indent="0" algn="ctr">
              <a:buNone/>
              <a:defRPr sz="1728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F0094-51BA-7343-B7D2-81F6CCCC015B}" type="datetimeFigureOut">
              <a:rPr lang="en-US" smtClean="0"/>
              <a:t>7/9/22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BDA7-4DE4-294C-9276-CE19B7596E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F0094-51BA-7343-B7D2-81F6CCCC015B}" type="datetimeFigureOut">
              <a:rPr lang="en-US" smtClean="0"/>
              <a:t>7/9/22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BDA7-4DE4-294C-9276-CE19B7596E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821" y="4376854"/>
            <a:ext cx="8517910" cy="7302875"/>
          </a:xfrm>
        </p:spPr>
        <p:txBody>
          <a:bodyPr anchor="b"/>
          <a:lstStyle>
            <a:lvl1pPr>
              <a:defRPr sz="64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3821" y="11748817"/>
            <a:ext cx="8517910" cy="3840409"/>
          </a:xfrm>
        </p:spPr>
        <p:txBody>
          <a:bodyPr/>
          <a:lstStyle>
            <a:lvl1pPr marL="0" indent="0">
              <a:buNone/>
              <a:defRPr sz="2592">
                <a:solidFill>
                  <a:schemeClr val="tx1"/>
                </a:solidFill>
              </a:defRPr>
            </a:lvl1pPr>
            <a:lvl2pPr marL="493776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987552" indent="0">
              <a:buNone/>
              <a:defRPr sz="1944">
                <a:solidFill>
                  <a:schemeClr val="tx1">
                    <a:tint val="75000"/>
                  </a:schemeClr>
                </a:solidFill>
              </a:defRPr>
            </a:lvl3pPr>
            <a:lvl4pPr marL="1481328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4pPr>
            <a:lvl5pPr marL="1975104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5pPr>
            <a:lvl6pPr marL="2468880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6pPr>
            <a:lvl7pPr marL="2962656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7pPr>
            <a:lvl8pPr marL="3456432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8pPr>
            <a:lvl9pPr marL="3950208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F0094-51BA-7343-B7D2-81F6CCCC015B}" type="datetimeFigureOut">
              <a:rPr lang="en-US" smtClean="0"/>
              <a:t>7/9/22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BDA7-4DE4-294C-9276-CE19B7596E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8964" y="4673516"/>
            <a:ext cx="4197231" cy="1113922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9643" y="4673516"/>
            <a:ext cx="4197231" cy="1113922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F0094-51BA-7343-B7D2-81F6CCCC015B}" type="datetimeFigureOut">
              <a:rPr lang="en-US" smtClean="0"/>
              <a:t>7/9/22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BDA7-4DE4-294C-9276-CE19B7596E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934707"/>
            <a:ext cx="8517910" cy="33933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251" y="4303699"/>
            <a:ext cx="4177942" cy="2109177"/>
          </a:xfrm>
        </p:spPr>
        <p:txBody>
          <a:bodyPr anchor="b"/>
          <a:lstStyle>
            <a:lvl1pPr marL="0" indent="0">
              <a:buNone/>
              <a:defRPr sz="2592" b="1"/>
            </a:lvl1pPr>
            <a:lvl2pPr marL="493776" indent="0">
              <a:buNone/>
              <a:defRPr sz="2160" b="1"/>
            </a:lvl2pPr>
            <a:lvl3pPr marL="987552" indent="0">
              <a:buNone/>
              <a:defRPr sz="1944" b="1"/>
            </a:lvl3pPr>
            <a:lvl4pPr marL="1481328" indent="0">
              <a:buNone/>
              <a:defRPr sz="1728" b="1"/>
            </a:lvl4pPr>
            <a:lvl5pPr marL="1975104" indent="0">
              <a:buNone/>
              <a:defRPr sz="1728" b="1"/>
            </a:lvl5pPr>
            <a:lvl6pPr marL="2468880" indent="0">
              <a:buNone/>
              <a:defRPr sz="1728" b="1"/>
            </a:lvl6pPr>
            <a:lvl7pPr marL="2962656" indent="0">
              <a:buNone/>
              <a:defRPr sz="1728" b="1"/>
            </a:lvl7pPr>
            <a:lvl8pPr marL="3456432" indent="0">
              <a:buNone/>
              <a:defRPr sz="1728" b="1"/>
            </a:lvl8pPr>
            <a:lvl9pPr marL="3950208" indent="0">
              <a:buNone/>
              <a:defRPr sz="172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251" y="6412876"/>
            <a:ext cx="4177942" cy="94323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99644" y="4303699"/>
            <a:ext cx="4198517" cy="2109177"/>
          </a:xfrm>
        </p:spPr>
        <p:txBody>
          <a:bodyPr anchor="b"/>
          <a:lstStyle>
            <a:lvl1pPr marL="0" indent="0">
              <a:buNone/>
              <a:defRPr sz="2592" b="1"/>
            </a:lvl1pPr>
            <a:lvl2pPr marL="493776" indent="0">
              <a:buNone/>
              <a:defRPr sz="2160" b="1"/>
            </a:lvl2pPr>
            <a:lvl3pPr marL="987552" indent="0">
              <a:buNone/>
              <a:defRPr sz="1944" b="1"/>
            </a:lvl3pPr>
            <a:lvl4pPr marL="1481328" indent="0">
              <a:buNone/>
              <a:defRPr sz="1728" b="1"/>
            </a:lvl4pPr>
            <a:lvl5pPr marL="1975104" indent="0">
              <a:buNone/>
              <a:defRPr sz="1728" b="1"/>
            </a:lvl5pPr>
            <a:lvl6pPr marL="2468880" indent="0">
              <a:buNone/>
              <a:defRPr sz="1728" b="1"/>
            </a:lvl6pPr>
            <a:lvl7pPr marL="2962656" indent="0">
              <a:buNone/>
              <a:defRPr sz="1728" b="1"/>
            </a:lvl7pPr>
            <a:lvl8pPr marL="3456432" indent="0">
              <a:buNone/>
              <a:defRPr sz="1728" b="1"/>
            </a:lvl8pPr>
            <a:lvl9pPr marL="3950208" indent="0">
              <a:buNone/>
              <a:defRPr sz="172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99644" y="6412876"/>
            <a:ext cx="4198517" cy="94323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F0094-51BA-7343-B7D2-81F6CCCC015B}" type="datetimeFigureOut">
              <a:rPr lang="en-US" smtClean="0"/>
              <a:t>7/9/22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BDA7-4DE4-294C-9276-CE19B7596E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F0094-51BA-7343-B7D2-81F6CCCC015B}" type="datetimeFigureOut">
              <a:rPr lang="en-US" smtClean="0"/>
              <a:t>7/9/22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BDA7-4DE4-294C-9276-CE19B7596E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F0094-51BA-7343-B7D2-81F6CCCC015B}" type="datetimeFigureOut">
              <a:rPr lang="en-US" smtClean="0"/>
              <a:t>7/9/22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BDA7-4DE4-294C-9276-CE19B7596E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1170411"/>
            <a:ext cx="3185215" cy="4096438"/>
          </a:xfrm>
        </p:spPr>
        <p:txBody>
          <a:bodyPr anchor="b"/>
          <a:lstStyle>
            <a:lvl1pPr>
              <a:defRPr sz="345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8517" y="2527766"/>
            <a:ext cx="4999643" cy="12476255"/>
          </a:xfrm>
        </p:spPr>
        <p:txBody>
          <a:bodyPr/>
          <a:lstStyle>
            <a:lvl1pPr>
              <a:defRPr sz="3456"/>
            </a:lvl1pPr>
            <a:lvl2pPr>
              <a:defRPr sz="3024"/>
            </a:lvl2pPr>
            <a:lvl3pPr>
              <a:defRPr sz="2592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250" y="5266849"/>
            <a:ext cx="3185215" cy="9757489"/>
          </a:xfrm>
        </p:spPr>
        <p:txBody>
          <a:bodyPr/>
          <a:lstStyle>
            <a:lvl1pPr marL="0" indent="0">
              <a:buNone/>
              <a:defRPr sz="1728"/>
            </a:lvl1pPr>
            <a:lvl2pPr marL="493776" indent="0">
              <a:buNone/>
              <a:defRPr sz="1512"/>
            </a:lvl2pPr>
            <a:lvl3pPr marL="987552" indent="0">
              <a:buNone/>
              <a:defRPr sz="1296"/>
            </a:lvl3pPr>
            <a:lvl4pPr marL="1481328" indent="0">
              <a:buNone/>
              <a:defRPr sz="1080"/>
            </a:lvl4pPr>
            <a:lvl5pPr marL="1975104" indent="0">
              <a:buNone/>
              <a:defRPr sz="1080"/>
            </a:lvl5pPr>
            <a:lvl6pPr marL="2468880" indent="0">
              <a:buNone/>
              <a:defRPr sz="1080"/>
            </a:lvl6pPr>
            <a:lvl7pPr marL="2962656" indent="0">
              <a:buNone/>
              <a:defRPr sz="1080"/>
            </a:lvl7pPr>
            <a:lvl8pPr marL="3456432" indent="0">
              <a:buNone/>
              <a:defRPr sz="1080"/>
            </a:lvl8pPr>
            <a:lvl9pPr marL="3950208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F0094-51BA-7343-B7D2-81F6CCCC015B}" type="datetimeFigureOut">
              <a:rPr lang="en-US" smtClean="0"/>
              <a:t>7/9/22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BDA7-4DE4-294C-9276-CE19B7596E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1170411"/>
            <a:ext cx="3185215" cy="4096438"/>
          </a:xfrm>
        </p:spPr>
        <p:txBody>
          <a:bodyPr anchor="b"/>
          <a:lstStyle>
            <a:lvl1pPr>
              <a:defRPr sz="345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98517" y="2527766"/>
            <a:ext cx="4999643" cy="12476255"/>
          </a:xfrm>
        </p:spPr>
        <p:txBody>
          <a:bodyPr anchor="t"/>
          <a:lstStyle>
            <a:lvl1pPr marL="0" indent="0">
              <a:buNone/>
              <a:defRPr sz="3456"/>
            </a:lvl1pPr>
            <a:lvl2pPr marL="493776" indent="0">
              <a:buNone/>
              <a:defRPr sz="3024"/>
            </a:lvl2pPr>
            <a:lvl3pPr marL="987552" indent="0">
              <a:buNone/>
              <a:defRPr sz="2592"/>
            </a:lvl3pPr>
            <a:lvl4pPr marL="1481328" indent="0">
              <a:buNone/>
              <a:defRPr sz="2160"/>
            </a:lvl4pPr>
            <a:lvl5pPr marL="1975104" indent="0">
              <a:buNone/>
              <a:defRPr sz="2160"/>
            </a:lvl5pPr>
            <a:lvl6pPr marL="2468880" indent="0">
              <a:buNone/>
              <a:defRPr sz="2160"/>
            </a:lvl6pPr>
            <a:lvl7pPr marL="2962656" indent="0">
              <a:buNone/>
              <a:defRPr sz="2160"/>
            </a:lvl7pPr>
            <a:lvl8pPr marL="3456432" indent="0">
              <a:buNone/>
              <a:defRPr sz="2160"/>
            </a:lvl8pPr>
            <a:lvl9pPr marL="3950208" indent="0">
              <a:buNone/>
              <a:defRPr sz="216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250" y="5266849"/>
            <a:ext cx="3185215" cy="9757489"/>
          </a:xfrm>
        </p:spPr>
        <p:txBody>
          <a:bodyPr/>
          <a:lstStyle>
            <a:lvl1pPr marL="0" indent="0">
              <a:buNone/>
              <a:defRPr sz="1728"/>
            </a:lvl1pPr>
            <a:lvl2pPr marL="493776" indent="0">
              <a:buNone/>
              <a:defRPr sz="1512"/>
            </a:lvl2pPr>
            <a:lvl3pPr marL="987552" indent="0">
              <a:buNone/>
              <a:defRPr sz="1296"/>
            </a:lvl3pPr>
            <a:lvl4pPr marL="1481328" indent="0">
              <a:buNone/>
              <a:defRPr sz="1080"/>
            </a:lvl4pPr>
            <a:lvl5pPr marL="1975104" indent="0">
              <a:buNone/>
              <a:defRPr sz="1080"/>
            </a:lvl5pPr>
            <a:lvl6pPr marL="2468880" indent="0">
              <a:buNone/>
              <a:defRPr sz="1080"/>
            </a:lvl6pPr>
            <a:lvl7pPr marL="2962656" indent="0">
              <a:buNone/>
              <a:defRPr sz="1080"/>
            </a:lvl7pPr>
            <a:lvl8pPr marL="3456432" indent="0">
              <a:buNone/>
              <a:defRPr sz="1080"/>
            </a:lvl8pPr>
            <a:lvl9pPr marL="3950208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F0094-51BA-7343-B7D2-81F6CCCC015B}" type="datetimeFigureOut">
              <a:rPr lang="en-US" smtClean="0"/>
              <a:t>7/9/22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BDA7-4DE4-294C-9276-CE19B7596E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F0094-51BA-7343-B7D2-81F6CCCC015B}" type="datetimeFigureOut">
              <a:rPr lang="en-US" smtClean="0"/>
              <a:t>7/9/22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BDA7-4DE4-294C-9276-CE19B7596E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67397" y="934703"/>
            <a:ext cx="2129478" cy="148780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8964" y="934703"/>
            <a:ext cx="6264985" cy="148780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F0094-51BA-7343-B7D2-81F6CCCC015B}" type="datetimeFigureOut">
              <a:rPr lang="en-US" smtClean="0"/>
              <a:t>7/9/22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1BDA7-4DE4-294C-9276-CE19B7596E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964" y="934707"/>
            <a:ext cx="8517910" cy="33933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964" y="4673516"/>
            <a:ext cx="8517910" cy="11139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8964" y="16271966"/>
            <a:ext cx="2222064" cy="934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F0094-51BA-7343-B7D2-81F6CCCC015B}" type="datetimeFigureOut">
              <a:rPr lang="en-US" smtClean="0"/>
              <a:t>7/9/22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1372" y="16271966"/>
            <a:ext cx="3333095" cy="934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4810" y="16271966"/>
            <a:ext cx="2222064" cy="934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1BDA7-4DE4-294C-9276-CE19B7596E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5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87552" rtl="0" eaLnBrk="1" latinLnBrk="0" hangingPunct="1">
        <a:lnSpc>
          <a:spcPct val="90000"/>
        </a:lnSpc>
        <a:spcBef>
          <a:spcPct val="0"/>
        </a:spcBef>
        <a:buNone/>
        <a:defRPr sz="47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87552" rtl="0" eaLnBrk="1" latinLnBrk="0" hangingPunct="1">
        <a:lnSpc>
          <a:spcPct val="90000"/>
        </a:lnSpc>
        <a:spcBef>
          <a:spcPts val="108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2pPr>
      <a:lvl3pPr marL="1234440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728216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2221992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715768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3209544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703320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4197096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2pPr>
      <a:lvl3pPr marL="987552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3pPr>
      <a:lvl4pPr marL="1481328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1975104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468880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2962656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456432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3950208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250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Sun, Jessica</dc:creator>
  <cp:lastModifiedBy>Sun, Jessica</cp:lastModifiedBy>
  <cp:revision>1</cp:revision>
  <dcterms:created xsi:type="dcterms:W3CDTF">2022-07-09T18:36:35Z</dcterms:created>
  <dcterms:modified xsi:type="dcterms:W3CDTF">2022-07-09T18:37:37Z</dcterms:modified>
</cp:coreProperties>
</file>